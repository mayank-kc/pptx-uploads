
<file path=[Content_Types].xml><?xml version="1.0" encoding="utf-8"?>
<Types xmlns="http://schemas.openxmlformats.org/package/2006/content-types">
  <Default ContentType="application/vnd.openxmlformats-officedocument.spreadsheetml.sheet" Extension="xlsx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ms-office.chartcolorstyle+xml" PartName="/ppt/charts/colors5.xml"/>
  <Override ContentType="application/vnd.ms-office.chartcolorstyle+xml" PartName="/ppt/charts/colors6.xml"/>
  <Override ContentType="application/vnd.ms-office.chartcolorstyle+xml" PartName="/ppt/charts/colors4.xml"/>
  <Override ContentType="application/vnd.ms-office.chartcolorstyle+xml" PartName="/ppt/charts/colors1.xml"/>
  <Override ContentType="application/vnd.ms-office.chartcolorstyle+xml" PartName="/ppt/charts/colors2.xml"/>
  <Override ContentType="application/vnd.ms-office.chartcolorstyle+xml" PartName="/ppt/charts/colors3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drawingml.chart+xml" PartName="/ppt/charts/chart3.xml"/>
  <Override ContentType="application/vnd.openxmlformats-officedocument.drawingml.chart+xml" PartName="/ppt/charts/chart2.xml"/>
  <Override ContentType="application/vnd.openxmlformats-officedocument.drawingml.chart+xml" PartName="/ppt/charts/chart5.xml"/>
  <Override ContentType="application/vnd.openxmlformats-officedocument.drawingml.chart+xml" PartName="/ppt/charts/chart4.xml"/>
  <Override ContentType="application/vnd.openxmlformats-officedocument.drawingml.chart+xml" PartName="/ppt/charts/chart6.xml"/>
  <Override ContentType="application/vnd.openxmlformats-officedocument.drawingml.chart+xml" PartName="/ppt/charts/chart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ms-office.chartstyle+xml" PartName="/ppt/charts/style3.xml"/>
  <Override ContentType="application/vnd.ms-office.chartstyle+xml" PartName="/ppt/charts/style4.xml"/>
  <Override ContentType="application/vnd.ms-office.chartstyle+xml" PartName="/ppt/charts/style5.xml"/>
  <Override ContentType="application/vnd.ms-office.chartstyle+xml" PartName="/ppt/charts/style1.xml"/>
  <Override ContentType="application/vnd.ms-office.chartstyle+xml" PartName="/ppt/charts/style6.xml"/>
  <Override ContentType="application/vnd.ms-office.chartstyle+xml" PartName="/ppt/charts/style2.xml"/>
  <Override ContentType="application/vnd.openxmlformats-officedocument.presentationml.presProps+xml" PartName="/ppt/pres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</p:sldIdLst>
  <p:sldSz cy="6858000" cx="12192000"/>
  <p:notesSz cx="7010400" cy="9296400"/>
  <p:embeddedFontLst>
    <p:embeddedFont>
      <p:font typeface="Corbel"/>
      <p:regular r:id="rId7"/>
      <p:bold r:id="rId8"/>
      <p:italic r:id="rId9"/>
      <p:boldItalic r:id="rId10"/>
    </p:embeddedFont>
    <p:embeddedFont>
      <p:font typeface="Helvetica Neue"/>
      <p:regular r:id="rId11"/>
      <p:bold r:id="rId12"/>
      <p:italic r:id="rId13"/>
      <p:boldItalic r:id="rId14"/>
    </p:embeddedFont>
    <p:embeddedFont>
      <p:font typeface="Helvetica Neue Light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rLByTWy+RLAN1zK6MnJNeeHgf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-regular.fntdata"/><Relationship Id="rId10" Type="http://schemas.openxmlformats.org/officeDocument/2006/relationships/font" Target="fonts/Corbel-boldItalic.fntdata"/><Relationship Id="rId13" Type="http://schemas.openxmlformats.org/officeDocument/2006/relationships/font" Target="fonts/HelveticaNeue-italic.fntdata"/><Relationship Id="rId12" Type="http://schemas.openxmlformats.org/officeDocument/2006/relationships/font" Target="fonts/HelveticaNeue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Corbel-italic.fntdata"/><Relationship Id="rId15" Type="http://schemas.openxmlformats.org/officeDocument/2006/relationships/font" Target="fonts/HelveticaNeueLight-regular.fntdata"/><Relationship Id="rId14" Type="http://schemas.openxmlformats.org/officeDocument/2006/relationships/font" Target="fonts/HelveticaNeue-boldItalic.fntdata"/><Relationship Id="rId17" Type="http://schemas.openxmlformats.org/officeDocument/2006/relationships/font" Target="fonts/HelveticaNeueLight-italic.fntdata"/><Relationship Id="rId16" Type="http://schemas.openxmlformats.org/officeDocument/2006/relationships/font" Target="fonts/HelveticaNeueLight-bold.fntdata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HelveticaNeueLight-boldItalic.fntdata"/><Relationship Id="rId7" Type="http://schemas.openxmlformats.org/officeDocument/2006/relationships/font" Target="fonts/Corbel-regular.fntdata"/><Relationship Id="rId8" Type="http://schemas.openxmlformats.org/officeDocument/2006/relationships/font" Target="fonts/Corbel-bold.fntdata"/></Relationships>
</file>

<file path=ppt/charts/_rels/chart1.xml.rels><?xml version="1.0" encoding="UTF-8" standalone="yes"?>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Sheet1.xlsx"/></Relationships>
</file>

<file path=ppt/charts/_rels/chart2.xml.rels><?xml version="1.0" encoding="UTF-8" standalone="yes"?>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Sheet2.xlsx"/></Relationships>
</file>

<file path=ppt/charts/_rels/chart3.xml.rels><?xml version="1.0" encoding="UTF-8" standalone="yes"?>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Sheet3.xlsx"/></Relationships>
</file>

<file path=ppt/charts/_rels/chart4.xml.rels><?xml version="1.0" encoding="UTF-8" standalone="yes"?>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Sheet4.xlsx"/></Relationships>
</file>

<file path=ppt/charts/_rels/chart5.xml.rels><?xml version="1.0" encoding="UTF-8" standalone="yes"?>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Sheet5.xlsx"/></Relationships>
</file>

<file path=ppt/charts/_rels/chart6.xml.rels><?xml version="1.0" encoding="UTF-8" standalone="yes"?>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65661764807812E-2"/>
          <c:y val="0"/>
          <c:w val="0.9533779527559054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690-4A2D-AB8F-296466315D34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690-4A2D-AB8F-296466315D3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82544016"/>
        <c:axId val="582544344"/>
      </c:barChart>
      <c:catAx>
        <c:axId val="582544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82544344"/>
        <c:crosses val="autoZero"/>
        <c:auto val="1"/>
        <c:lblAlgn val="ctr"/>
        <c:lblOffset val="100"/>
        <c:noMultiLvlLbl val="0"/>
      </c:catAx>
      <c:valAx>
        <c:axId val="58254434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825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65661764807812E-2"/>
          <c:y val="0"/>
          <c:w val="0.9533779527559054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1F6F-422A-A6D9-EF75F4B670D6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F6F-422A-A6D9-EF75F4B670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82544016"/>
        <c:axId val="582544344"/>
      </c:barChart>
      <c:catAx>
        <c:axId val="582544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82544344"/>
        <c:crosses val="autoZero"/>
        <c:auto val="1"/>
        <c:lblAlgn val="ctr"/>
        <c:lblOffset val="100"/>
        <c:noMultiLvlLbl val="0"/>
      </c:catAx>
      <c:valAx>
        <c:axId val="58254434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825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65661764807812E-2"/>
          <c:y val="0"/>
          <c:w val="0.9533779527559054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tx2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tx2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EBAF-44E6-95E5-DB7667CC66E7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BAF-44E6-95E5-DB7667CC66E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82544016"/>
        <c:axId val="582544344"/>
      </c:barChart>
      <c:catAx>
        <c:axId val="582544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82544344"/>
        <c:crosses val="autoZero"/>
        <c:auto val="1"/>
        <c:lblAlgn val="ctr"/>
        <c:lblOffset val="100"/>
        <c:noMultiLvlLbl val="0"/>
      </c:catAx>
      <c:valAx>
        <c:axId val="58254434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825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65661764807812E-2"/>
          <c:y val="0"/>
          <c:w val="0.9533779527559054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1C-4D73-AED2-C788954A5380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A1C-4D73-AED2-C788954A538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82544016"/>
        <c:axId val="582544344"/>
      </c:barChart>
      <c:catAx>
        <c:axId val="582544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82544344"/>
        <c:crosses val="autoZero"/>
        <c:auto val="1"/>
        <c:lblAlgn val="ctr"/>
        <c:lblOffset val="100"/>
        <c:noMultiLvlLbl val="0"/>
      </c:catAx>
      <c:valAx>
        <c:axId val="58254434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825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65661764807812E-2"/>
          <c:y val="0"/>
          <c:w val="0.9533779527559054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B6D-4248-9A48-AB61D38A9A9B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B6D-4248-9A48-AB61D38A9A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82544016"/>
        <c:axId val="582544344"/>
      </c:barChart>
      <c:catAx>
        <c:axId val="582544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82544344"/>
        <c:crosses val="autoZero"/>
        <c:auto val="1"/>
        <c:lblAlgn val="ctr"/>
        <c:lblOffset val="100"/>
        <c:noMultiLvlLbl val="0"/>
      </c:catAx>
      <c:valAx>
        <c:axId val="58254434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825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2.7665661764807812E-2"/>
          <c:y val="0"/>
          <c:w val="0.95337795275590542"/>
          <c:h val="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bg1"/>
              </a:solidFill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467-4F1E-BED1-F99B524DBB26}"/>
              </c:ext>
            </c:extLst>
          </c:dPt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467-4F1E-BED1-F99B524DBB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582544016"/>
        <c:axId val="582544344"/>
      </c:barChart>
      <c:catAx>
        <c:axId val="58254401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582544344"/>
        <c:crosses val="autoZero"/>
        <c:auto val="1"/>
        <c:lblAlgn val="ctr"/>
        <c:lblOffset val="100"/>
        <c:noMultiLvlLbl val="0"/>
      </c:catAx>
      <c:valAx>
        <c:axId val="582544344"/>
        <c:scaling>
          <c:orientation val="minMax"/>
          <c:max val="100"/>
          <c:min val="0"/>
        </c:scaling>
        <c:delete val="0"/>
        <c:axPos val="b"/>
        <c:numFmt formatCode="General" sourceLinked="1"/>
        <c:majorTickMark val="out"/>
        <c:minorTickMark val="none"/>
        <c:tickLblPos val="none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+mn-cs"/>
              </a:defRPr>
            </a:pPr>
            <a:endParaRPr lang="en-US"/>
          </a:p>
        </c:txPr>
        <c:crossAx val="5825440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Verdana" panose="020B0604030504040204" pitchFamily="34" charset="0"/>
          <a:ea typeface="Verdana" panose="020B0604030504040204" pitchFamily="34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938" y="0"/>
            <a:ext cx="3037840" cy="466434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717550" y="1162050"/>
            <a:ext cx="5575300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:notes"/>
          <p:cNvSpPr/>
          <p:nvPr>
            <p:ph idx="2" type="sldImg"/>
          </p:nvPr>
        </p:nvSpPr>
        <p:spPr>
          <a:xfrm>
            <a:off x="685800" y="6731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:notes"/>
          <p:cNvSpPr txBox="1"/>
          <p:nvPr>
            <p:ph idx="12" type="sldNum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  <a:noFill/>
          <a:ln>
            <a:noFill/>
          </a:ln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a561b787a1_0_0:notes"/>
          <p:cNvSpPr/>
          <p:nvPr>
            <p:ph idx="2" type="sldImg"/>
          </p:nvPr>
        </p:nvSpPr>
        <p:spPr>
          <a:xfrm>
            <a:off x="717550" y="1162050"/>
            <a:ext cx="55752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" name="Google Shape;50;g3a561b787a1_0_0:notes"/>
          <p:cNvSpPr txBox="1"/>
          <p:nvPr>
            <p:ph idx="1" type="body"/>
          </p:nvPr>
        </p:nvSpPr>
        <p:spPr>
          <a:xfrm>
            <a:off x="701040" y="4473892"/>
            <a:ext cx="5608200" cy="3660600"/>
          </a:xfrm>
          <a:prstGeom prst="rect">
            <a:avLst/>
          </a:prstGeom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a561b787a1_0_0:notes"/>
          <p:cNvSpPr txBox="1"/>
          <p:nvPr>
            <p:ph idx="12" type="sldNum"/>
          </p:nvPr>
        </p:nvSpPr>
        <p:spPr>
          <a:xfrm>
            <a:off x="3970938" y="8829967"/>
            <a:ext cx="3037800" cy="466500"/>
          </a:xfrm>
          <a:prstGeom prst="rect">
            <a:avLst/>
          </a:prstGeom>
        </p:spPr>
        <p:txBody>
          <a:bodyPr anchorCtr="0" anchor="b" bIns="46575" lIns="93175" spcFirstLastPara="1" rIns="93175" wrap="square" tIns="465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447615" y="428595"/>
            <a:ext cx="11269255" cy="48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rbel"/>
              <a:buNone/>
              <a:defRPr b="1" i="0">
                <a:solidFill>
                  <a:schemeClr val="dk2"/>
                </a:solidFill>
                <a:latin typeface="Corbel"/>
                <a:ea typeface="Corbel"/>
                <a:cs typeface="Corbel"/>
                <a:sym typeface="Corbe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/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800" u="none" cap="none" strike="noStrike">
                <a:solidFill>
                  <a:srgbClr val="B8BABE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800" u="none" cap="none" strike="noStrike">
              <a:solidFill>
                <a:srgbClr val="B8BABE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8" name="Google Shape;18;p3"/>
          <p:cNvSpPr/>
          <p:nvPr>
            <p:ph idx="2" type="pic"/>
          </p:nvPr>
        </p:nvSpPr>
        <p:spPr>
          <a:xfrm>
            <a:off x="10319657" y="6074229"/>
            <a:ext cx="1661328" cy="618062"/>
          </a:xfrm>
          <a:prstGeom prst="rect">
            <a:avLst/>
          </a:prstGeom>
          <a:noFill/>
          <a:ln>
            <a:noFill/>
          </a:ln>
        </p:spPr>
      </p:sp>
      <p:sp>
        <p:nvSpPr>
          <p:cNvPr id="19" name="Google Shape;19;p3"/>
          <p:cNvSpPr/>
          <p:nvPr/>
        </p:nvSpPr>
        <p:spPr>
          <a:xfrm flipH="1">
            <a:off x="447615" y="305156"/>
            <a:ext cx="934618" cy="45719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081783"/>
              </a:gs>
              <a:gs pos="50000">
                <a:srgbClr val="637784">
                  <a:alpha val="49803"/>
                </a:srgbClr>
              </a:gs>
              <a:gs pos="100000">
                <a:srgbClr val="F4F8F7">
                  <a:alpha val="0"/>
                </a:srgbClr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rbel"/>
              <a:ea typeface="Corbel"/>
              <a:cs typeface="Corbel"/>
              <a:sym typeface="Corbe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609600" y="365126"/>
            <a:ext cx="10924674" cy="96756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lvetica Neue Light"/>
              <a:buNone/>
              <a:defRPr b="0" i="1" sz="3600" u="none" cap="none" strike="noStrike">
                <a:solidFill>
                  <a:schemeClr val="accent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609600" y="1942677"/>
            <a:ext cx="10924674" cy="4234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1" sz="2000" u="none" cap="none" strike="noStrike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indent="-342900" lvl="1" marL="91440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⎼"/>
              <a:defRPr b="0" i="1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330200" lvl="2" marL="137160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Noto Sans Symbols"/>
              <a:buChar char="⎼"/>
              <a:defRPr b="0" i="0" sz="16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317500" lvl="3" marL="182880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⎼"/>
              <a:defRPr b="1" i="0" sz="14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304800" lvl="4" marL="2286000" marR="0" rtl="0" algn="l">
              <a:lnSpc>
                <a:spcPct val="114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⎼"/>
              <a:defRPr b="0" i="0" sz="12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orbel"/>
                <a:ea typeface="Corbel"/>
                <a:cs typeface="Corbel"/>
                <a:sym typeface="Corbel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11015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3" name="Google Shape;13;p2"/>
          <p:cNvSpPr txBox="1"/>
          <p:nvPr/>
        </p:nvSpPr>
        <p:spPr>
          <a:xfrm>
            <a:off x="4700337" y="6400799"/>
            <a:ext cx="2743200" cy="291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800" u="none" cap="none" strike="noStrike">
                <a:solidFill>
                  <a:schemeClr val="lt2"/>
                </a:solidFill>
                <a:latin typeface="Trebuchet MS"/>
                <a:ea typeface="Trebuchet MS"/>
                <a:cs typeface="Trebuchet MS"/>
                <a:sym typeface="Trebuchet MS"/>
              </a:rPr>
              <a:t>Confidential – Internal Use Only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chart" Target="../charts/chart2.xml"/><Relationship Id="rId9" Type="http://schemas.openxmlformats.org/officeDocument/2006/relationships/chart" Target="../charts/chart6.xml"/><Relationship Id="rId5" Type="http://schemas.openxmlformats.org/officeDocument/2006/relationships/chart" Target="../charts/chart3.xml"/><Relationship Id="rId6" Type="http://schemas.openxmlformats.org/officeDocument/2006/relationships/image" Target="../media/image2.png"/><Relationship Id="rId7" Type="http://schemas.openxmlformats.org/officeDocument/2006/relationships/chart" Target="../charts/chart4.xml"/><Relationship Id="rId8" Type="http://schemas.openxmlformats.org/officeDocument/2006/relationships/chart" Target="../charts/chart5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/>
          <p:nvPr/>
        </p:nvSpPr>
        <p:spPr>
          <a:xfrm>
            <a:off x="593643" y="1944175"/>
            <a:ext cx="4587959" cy="60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351" u="none" cap="none" strike="noStrik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xx%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593643" y="3213047"/>
            <a:ext cx="4587959" cy="60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35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xx%</a:t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93643" y="4481921"/>
            <a:ext cx="4587959" cy="60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351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xx%</a:t>
            </a:r>
            <a:endParaRPr/>
          </a:p>
        </p:txBody>
      </p:sp>
      <p:sp>
        <p:nvSpPr>
          <p:cNvPr id="28" name="Google Shape;28;p1"/>
          <p:cNvSpPr/>
          <p:nvPr/>
        </p:nvSpPr>
        <p:spPr>
          <a:xfrm>
            <a:off x="1371600" y="1880167"/>
            <a:ext cx="3810000" cy="7376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1371600" y="3149039"/>
            <a:ext cx="3810000" cy="7376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1371600" y="4417913"/>
            <a:ext cx="3810000" cy="7376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dk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31" name="Google Shape;31;p1"/>
          <p:cNvGraphicFramePr/>
          <p:nvPr/>
        </p:nvGraphicFramePr>
        <p:xfrm>
          <a:off x="1349148" y="1842201"/>
          <a:ext cx="3810000" cy="813551"/>
        </p:xfrm>
        <a:graphic>
          <a:graphicData uri="http://schemas.openxmlformats.org/drawingml/2006/chart">
            <c:chart r:id="rId3"/>
          </a:graphicData>
        </a:graphic>
      </p:graphicFrame>
      <p:graphicFrame>
        <p:nvGraphicFramePr>
          <p:cNvPr id="32" name="Google Shape;32;p1"/>
          <p:cNvGraphicFramePr/>
          <p:nvPr/>
        </p:nvGraphicFramePr>
        <p:xfrm>
          <a:off x="1349148" y="3111074"/>
          <a:ext cx="3810000" cy="813551"/>
        </p:xfrm>
        <a:graphic>
          <a:graphicData uri="http://schemas.openxmlformats.org/drawingml/2006/chart">
            <c:chart r:id="rId4"/>
          </a:graphicData>
        </a:graphic>
      </p:graphicFrame>
      <p:graphicFrame>
        <p:nvGraphicFramePr>
          <p:cNvPr id="33" name="Google Shape;33;p1"/>
          <p:cNvGraphicFramePr/>
          <p:nvPr/>
        </p:nvGraphicFramePr>
        <p:xfrm>
          <a:off x="1349148" y="4379947"/>
          <a:ext cx="3810000" cy="813551"/>
        </p:xfrm>
        <a:graphic>
          <a:graphicData uri="http://schemas.openxmlformats.org/drawingml/2006/chart">
            <c:chart r:id="rId5"/>
          </a:graphicData>
        </a:graphic>
      </p:graphicFrame>
      <p:sp>
        <p:nvSpPr>
          <p:cNvPr id="34" name="Google Shape;34;p1"/>
          <p:cNvSpPr txBox="1"/>
          <p:nvPr>
            <p:ph type="title"/>
          </p:nvPr>
        </p:nvSpPr>
        <p:spPr>
          <a:xfrm>
            <a:off x="447615" y="428595"/>
            <a:ext cx="11269255" cy="4858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orbel"/>
              <a:buNone/>
            </a:pPr>
            <a:r>
              <a:rPr lang="en-IN"/>
              <a:t>Comparison</a:t>
            </a:r>
            <a:endParaRPr/>
          </a:p>
        </p:txBody>
      </p:sp>
      <p:pic>
        <p:nvPicPr>
          <p:cNvPr id="35" name="Google Shape;35;p1" title="Screenshot 2025-11-19 at 4.39.11 PM.png"/>
          <p:cNvPicPr preferRelativeResize="0"/>
          <p:nvPr>
            <p:ph idx="2" type="pic"/>
          </p:nvPr>
        </p:nvPicPr>
        <p:blipFill rotWithShape="1">
          <a:blip r:embed="rId6">
            <a:alphaModFix/>
          </a:blip>
          <a:srcRect b="26210" l="0" r="0" t="26210"/>
          <a:stretch/>
        </p:blipFill>
        <p:spPr>
          <a:xfrm>
            <a:off x="10319657" y="6074229"/>
            <a:ext cx="1661328" cy="618062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"/>
          <p:cNvSpPr txBox="1"/>
          <p:nvPr/>
        </p:nvSpPr>
        <p:spPr>
          <a:xfrm>
            <a:off x="457200" y="5321640"/>
            <a:ext cx="4724400" cy="30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35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Insert Text Here</a:t>
            </a:r>
            <a:endParaRPr/>
          </a:p>
        </p:txBody>
      </p:sp>
      <p:sp>
        <p:nvSpPr>
          <p:cNvPr id="37" name="Google Shape;37;p1"/>
          <p:cNvSpPr txBox="1"/>
          <p:nvPr/>
        </p:nvSpPr>
        <p:spPr>
          <a:xfrm>
            <a:off x="6879763" y="5321640"/>
            <a:ext cx="4724400" cy="300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35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Insert Text Here</a:t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6945805" y="1944175"/>
            <a:ext cx="4587959" cy="60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351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xx%</a:t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723761" y="1880167"/>
            <a:ext cx="3810000" cy="7376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6945805" y="3213047"/>
            <a:ext cx="4587959" cy="60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351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xx%</a:t>
            </a:r>
            <a:endParaRPr/>
          </a:p>
        </p:txBody>
      </p:sp>
      <p:sp>
        <p:nvSpPr>
          <p:cNvPr id="41" name="Google Shape;41;p1"/>
          <p:cNvSpPr/>
          <p:nvPr/>
        </p:nvSpPr>
        <p:spPr>
          <a:xfrm>
            <a:off x="7723761" y="3149039"/>
            <a:ext cx="3810000" cy="7376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" name="Google Shape;42;p1"/>
          <p:cNvSpPr/>
          <p:nvPr/>
        </p:nvSpPr>
        <p:spPr>
          <a:xfrm>
            <a:off x="6945805" y="4481921"/>
            <a:ext cx="4587959" cy="609600"/>
          </a:xfrm>
          <a:prstGeom prst="roundRect">
            <a:avLst>
              <a:gd fmla="val 0" name="adj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1351">
                <a:solidFill>
                  <a:schemeClr val="accent1"/>
                </a:solidFill>
                <a:latin typeface="Verdana"/>
                <a:ea typeface="Verdana"/>
                <a:cs typeface="Verdana"/>
                <a:sym typeface="Verdana"/>
              </a:rPr>
              <a:t>xx%</a:t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7723761" y="4417913"/>
            <a:ext cx="3810000" cy="737616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1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5557520" y="3368521"/>
            <a:ext cx="1076960" cy="1076960"/>
          </a:xfrm>
          <a:prstGeom prst="ellipse">
            <a:avLst/>
          </a:prstGeom>
          <a:noFill/>
          <a:ln cap="flat" cmpd="sng" w="12700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IN" sz="24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VS</a:t>
            </a:r>
            <a:endParaRPr/>
          </a:p>
        </p:txBody>
      </p:sp>
      <p:graphicFrame>
        <p:nvGraphicFramePr>
          <p:cNvPr id="45" name="Google Shape;45;p1"/>
          <p:cNvGraphicFramePr/>
          <p:nvPr/>
        </p:nvGraphicFramePr>
        <p:xfrm>
          <a:off x="7696200" y="1836422"/>
          <a:ext cx="3810000" cy="813551"/>
        </p:xfrm>
        <a:graphic>
          <a:graphicData uri="http://schemas.openxmlformats.org/drawingml/2006/chart">
            <c:chart r:id="rId7"/>
          </a:graphicData>
        </a:graphic>
      </p:graphicFrame>
      <p:graphicFrame>
        <p:nvGraphicFramePr>
          <p:cNvPr id="46" name="Google Shape;46;p1"/>
          <p:cNvGraphicFramePr/>
          <p:nvPr/>
        </p:nvGraphicFramePr>
        <p:xfrm>
          <a:off x="7696200" y="3106422"/>
          <a:ext cx="3810000" cy="813551"/>
        </p:xfrm>
        <a:graphic>
          <a:graphicData uri="http://schemas.openxmlformats.org/drawingml/2006/chart">
            <c:chart r:id="rId8"/>
          </a:graphicData>
        </a:graphic>
      </p:graphicFrame>
      <p:graphicFrame>
        <p:nvGraphicFramePr>
          <p:cNvPr id="47" name="Google Shape;47;p1"/>
          <p:cNvGraphicFramePr/>
          <p:nvPr/>
        </p:nvGraphicFramePr>
        <p:xfrm>
          <a:off x="7696200" y="4376422"/>
          <a:ext cx="3810000" cy="813551"/>
        </p:xfrm>
        <a:graphic>
          <a:graphicData uri="http://schemas.openxmlformats.org/drawingml/2006/chart">
            <c:chart r:id="rId9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561b787a1_0_0"/>
          <p:cNvSpPr txBox="1"/>
          <p:nvPr>
            <p:ph type="title"/>
          </p:nvPr>
        </p:nvSpPr>
        <p:spPr>
          <a:xfrm>
            <a:off x="447615" y="428595"/>
            <a:ext cx="11269200" cy="48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Shapes inserted with gradients in slide 2</a:t>
            </a:r>
            <a:endParaRPr/>
          </a:p>
        </p:txBody>
      </p:sp>
      <p:sp>
        <p:nvSpPr>
          <p:cNvPr id="54" name="Google Shape;54;g3a561b787a1_0_0"/>
          <p:cNvSpPr txBox="1"/>
          <p:nvPr>
            <p:ph idx="12" type="sldNum"/>
          </p:nvPr>
        </p:nvSpPr>
        <p:spPr>
          <a:xfrm>
            <a:off x="211015" y="6400799"/>
            <a:ext cx="2743200" cy="291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5" name="Google Shape;55;g3a561b787a1_0_0" title="Screenshot 2025-10-22 at 10.01.01 AM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4295" r="14295" t="0"/>
          <a:stretch/>
        </p:blipFill>
        <p:spPr>
          <a:xfrm>
            <a:off x="10319657" y="6074229"/>
            <a:ext cx="1661400" cy="618000"/>
          </a:xfrm>
          <a:prstGeom prst="rect">
            <a:avLst/>
          </a:prstGeom>
        </p:spPr>
      </p:pic>
      <p:sp>
        <p:nvSpPr>
          <p:cNvPr id="56" name="Google Shape;56;g3a561b787a1_0_0"/>
          <p:cNvSpPr/>
          <p:nvPr/>
        </p:nvSpPr>
        <p:spPr>
          <a:xfrm>
            <a:off x="1687100" y="1522775"/>
            <a:ext cx="2541600" cy="2421000"/>
          </a:xfrm>
          <a:prstGeom prst="bevel">
            <a:avLst>
              <a:gd fmla="val 12500" name="adj"/>
            </a:avLst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7" name="Google Shape;57;g3a561b787a1_0_0"/>
          <p:cNvSpPr/>
          <p:nvPr/>
        </p:nvSpPr>
        <p:spPr>
          <a:xfrm>
            <a:off x="5685775" y="1719975"/>
            <a:ext cx="1961100" cy="2289600"/>
          </a:xfrm>
          <a:prstGeom prst="ellipseRibbon2">
            <a:avLst>
              <a:gd fmla="val 25000" name="adj1"/>
              <a:gd fmla="val 50000" name="adj2"/>
              <a:gd fmla="val 12500" name="adj3"/>
            </a:avLst>
          </a:prstGeom>
          <a:gradFill>
            <a:gsLst>
              <a:gs pos="0">
                <a:srgbClr val="081783"/>
              </a:gs>
              <a:gs pos="50000">
                <a:srgbClr val="637784">
                  <a:alpha val="49803"/>
                </a:srgbClr>
              </a:gs>
              <a:gs pos="100000">
                <a:srgbClr val="F4F8F7">
                  <a:alpha val="0"/>
                </a:srgbClr>
              </a:gs>
            </a:gsLst>
            <a:lin ang="10801400" scaled="0"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58" name="Google Shape;58;g3a561b787a1_0_0"/>
          <p:cNvSpPr/>
          <p:nvPr/>
        </p:nvSpPr>
        <p:spPr>
          <a:xfrm>
            <a:off x="9060000" y="2103400"/>
            <a:ext cx="2147400" cy="1632300"/>
          </a:xfrm>
          <a:prstGeom prst="mathNotEqual">
            <a:avLst>
              <a:gd fmla="val 23520" name="adj1"/>
              <a:gd fmla="val 6600000" name="adj2"/>
              <a:gd fmla="val 11760" name="adj3"/>
            </a:avLst>
          </a:prstGeom>
          <a:gradFill>
            <a:gsLst>
              <a:gs pos="0">
                <a:srgbClr val="DCECD5"/>
              </a:gs>
              <a:gs pos="100000">
                <a:srgbClr val="92BC81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reating Possible">
  <a:themeElements>
    <a:clrScheme name="Custom 68">
      <a:dk1>
        <a:srgbClr val="54565B"/>
      </a:dk1>
      <a:lt1>
        <a:srgbClr val="FFFFFF"/>
      </a:lt1>
      <a:dk2>
        <a:srgbClr val="081782"/>
      </a:dk2>
      <a:lt2>
        <a:srgbClr val="C6CAC6"/>
      </a:lt2>
      <a:accent1>
        <a:srgbClr val="536571"/>
      </a:accent1>
      <a:accent2>
        <a:srgbClr val="E0E4E7"/>
      </a:accent2>
      <a:accent3>
        <a:srgbClr val="000000"/>
      </a:accent3>
      <a:accent4>
        <a:srgbClr val="98A1A7"/>
      </a:accent4>
      <a:accent5>
        <a:srgbClr val="96A4A8"/>
      </a:accent5>
      <a:accent6>
        <a:srgbClr val="CFD7DA"/>
      </a:accent6>
      <a:hlink>
        <a:srgbClr val="3A6C8A"/>
      </a:hlink>
      <a:folHlink>
        <a:srgbClr val="8F7F9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2021-08-10T08:33:01Z</dcterms:created>
  <dc:creator>Dharani  Ranganathan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0x01010095E51EBF99D13C4380AA49EB64DFCC79</vt:lpwstr>
  </property>
</Properties>
</file>