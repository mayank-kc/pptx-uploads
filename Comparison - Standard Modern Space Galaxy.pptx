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15.xml" ContentType="application/vnd.openxmlformats-officedocument.drawingml.chart+xml"/>
  <Override PartName="/ppt/charts/colors115.xml" ContentType="application/vnd.ms-office.chartcolorstyle+xml"/>
  <Override PartName="/ppt/charts/style115.xml" ContentType="application/vnd.ms-office.chart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8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8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notesMasterIdLst>
    <p:notesMasterId r:id="rId362"/>
  </p:notesMasterIdLst>
  <p:handoutMasterIdLst>
    <p:handoutMasterId r:id="rId363"/>
  </p:handoutMasterIdLst>
  <p:sldIdLst>
    <p:sldId id="12232" r:id="rId187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E4E7"/>
    <a:srgbClr val="AAB3BC"/>
    <a:srgbClr val="738291"/>
    <a:srgbClr val="777A7B"/>
    <a:srgbClr val="A9B8BF"/>
    <a:srgbClr val="637584"/>
    <a:srgbClr val="748289"/>
    <a:srgbClr val="F4F8F7"/>
    <a:srgbClr val="637784"/>
    <a:srgbClr val="0817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4995" autoAdjust="0"/>
    <p:restoredTop sz="94987" autoAdjust="0"/>
  </p:normalViewPr>
  <p:slideViewPr>
    <p:cSldViewPr snapToGrid="0" snapToObjects="1">
      <p:cViewPr varScale="1">
        <p:scale>
          <a:sx n="107" d="100"/>
          <a:sy n="107" d="100"/>
        </p:scale>
        <p:origin x="672" y="102"/>
      </p:cViewPr>
      <p:guideLst/>
    </p:cSldViewPr>
  </p:slideViewPr>
  <p:outlineViewPr>
    <p:cViewPr>
      <p:scale>
        <a:sx n="33" d="100"/>
        <a:sy n="33" d="100"/>
      </p:scale>
      <p:origin x="0" y="-2107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2720"/>
    </p:cViewPr>
  </p:sorterViewPr>
  <p:notesViewPr>
    <p:cSldViewPr snapToGrid="0" snapToObjects="1">
      <p:cViewPr varScale="1">
        <p:scale>
          <a:sx n="151" d="100"/>
          <a:sy n="151" d="100"/>
        </p:scale>
        <p:origin x="3984" y="19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366" Type="http://schemas.openxmlformats.org/officeDocument/2006/relationships/theme" Target="theme/theme1.xml"/><Relationship Id="rId5" Type="http://schemas.openxmlformats.org/officeDocument/2006/relationships/slideMaster" Target="slideMasters/slideMaster1.xml"/><Relationship Id="rId362" Type="http://schemas.openxmlformats.org/officeDocument/2006/relationships/notesMaster" Target="notesMasters/notesMaster1.xml"/><Relationship Id="rId187" Type="http://schemas.openxmlformats.org/officeDocument/2006/relationships/slide" Target="slides/slide182.xml"/><Relationship Id="rId1" Type="http://schemas.openxmlformats.org/officeDocument/2006/relationships/customXml" Target="../customXml/item1.xml"/><Relationship Id="rId363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364" Type="http://schemas.openxmlformats.org/officeDocument/2006/relationships/presProps" Target="presProps.xml"/><Relationship Id="rId3" Type="http://schemas.openxmlformats.org/officeDocument/2006/relationships/customXml" Target="../customXml/item3.xml"/><Relationship Id="rId365" Type="http://schemas.openxmlformats.org/officeDocument/2006/relationships/viewProps" Target="viewProps.xml"/><Relationship Id="rId4" Type="http://schemas.openxmlformats.org/officeDocument/2006/relationships/customXml" Target="../customXml/item4.xml"/><Relationship Id="rId367" Type="http://schemas.openxmlformats.org/officeDocument/2006/relationships/tableStyles" Target="tableStyles.xml"/></Relationships>
</file>

<file path=ppt/charts/_rels/chart115.xml.rels><?xml version='1.0' encoding='UTF-8' standalone='yes'?>
<Relationships xmlns="http://schemas.openxmlformats.org/package/2006/relationships"><Relationship Id="rId3" Type="http://schemas.openxmlformats.org/officeDocument/2006/relationships/package" Target="../embeddings/Microsoft_Excel_Worksheet114.xlsx"/><Relationship Id="rId2" Type="http://schemas.microsoft.com/office/2011/relationships/chartColorStyle" Target="colors115.xml"/><Relationship Id="rId1" Type="http://schemas.microsoft.com/office/2011/relationships/chartStyle" Target="style115.xml"/></Relationships>
</file>

<file path=ppt/charts/chart1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6940048129731328E-2"/>
          <c:y val="3.260750927745034E-2"/>
          <c:w val="0.92907311298845918"/>
          <c:h val="0.8912813022635431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Insert text here1</c:v>
                </c:pt>
              </c:strCache>
            </c:strRef>
          </c:tx>
          <c:spPr>
            <a:ln w="57150" cap="rnd">
              <a:solidFill>
                <a:schemeClr val="tx2"/>
              </a:solidFill>
              <a:round/>
            </a:ln>
            <a:effectLst/>
          </c:spPr>
          <c:marker>
            <c:symbol val="circle"/>
            <c:size val="13"/>
            <c:spPr>
              <a:solidFill>
                <a:schemeClr val="tx2"/>
              </a:solidFill>
              <a:ln w="9525">
                <a:solidFill>
                  <a:schemeClr val="tx2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5.1234584642076558E-3"/>
                  <c:y val="5.4063247413251121E-3"/>
                </c:manualLayout>
              </c:layout>
              <c:tx>
                <c:rich>
                  <a:bodyPr/>
                  <a:lstStyle/>
                  <a:p>
                    <a:fld id="{1383BB7C-2A87-487E-9EF3-D82451FA3E0C}" type="VALUE">
                      <a:rPr lang="en-US">
                        <a:latin typeface="Gene Sans Light" panose="00000400000000000000" pitchFamily="50" charset="0"/>
                      </a:rPr>
                      <a:pPr/>
                      <a:t>[VALUE]</a:t>
                    </a:fld>
                    <a:endParaRPr lang="en-IN"/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A681-4A52-A9D4-5264444B9C17}"/>
                </c:ext>
              </c:extLst>
            </c:dLbl>
            <c:dLbl>
              <c:idx val="5"/>
              <c:layout>
                <c:manualLayout>
                  <c:x val="-2.8008912352585999E-2"/>
                  <c:y val="4.8758928799120818E-2"/>
                </c:manualLayout>
              </c:layout>
              <c:tx>
                <c:rich>
                  <a:bodyPr/>
                  <a:lstStyle/>
                  <a:p>
                    <a:fld id="{EA409D20-DE38-4CA3-9633-A1DCA6FA4E5A}" type="VALUE">
                      <a:rPr lang="en-US">
                        <a:latin typeface="Gene Sans Light" panose="00000400000000000000" pitchFamily="50" charset="0"/>
                      </a:rPr>
                      <a:pPr/>
                      <a:t>[VALUE]</a:t>
                    </a:fld>
                    <a:endParaRPr lang="en-IN"/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A681-4A52-A9D4-5264444B9C1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2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June</c:v>
                </c:pt>
                <c:pt idx="6">
                  <c:v>July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25</c:v>
                </c:pt>
                <c:pt idx="1">
                  <c:v>45</c:v>
                </c:pt>
                <c:pt idx="2">
                  <c:v>30</c:v>
                </c:pt>
                <c:pt idx="3">
                  <c:v>45</c:v>
                </c:pt>
                <c:pt idx="4">
                  <c:v>22</c:v>
                </c:pt>
                <c:pt idx="5">
                  <c:v>35</c:v>
                </c:pt>
                <c:pt idx="6">
                  <c:v>50</c:v>
                </c:pt>
                <c:pt idx="7">
                  <c:v>41</c:v>
                </c:pt>
                <c:pt idx="8">
                  <c:v>70</c:v>
                </c:pt>
                <c:pt idx="9">
                  <c:v>53</c:v>
                </c:pt>
                <c:pt idx="10">
                  <c:v>70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681-4A52-A9D4-5264444B9C1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Insert text here2</c:v>
                </c:pt>
              </c:strCache>
            </c:strRef>
          </c:tx>
          <c:spPr>
            <a:ln w="571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13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5.1234584642076558E-3"/>
                  <c:y val="-3.0907856540028471E-2"/>
                </c:manualLayout>
              </c:layout>
              <c:tx>
                <c:rich>
                  <a:bodyPr/>
                  <a:lstStyle/>
                  <a:p>
                    <a:fld id="{1A82E484-4B09-4A50-AEB0-3F30EFA906F8}" type="VALUE">
                      <a:rPr lang="en-US">
                        <a:latin typeface="Gene Sans Light" panose="00000400000000000000" pitchFamily="50" charset="0"/>
                      </a:rPr>
                      <a:pPr/>
                      <a:t>[VALUE]</a:t>
                    </a:fld>
                    <a:endParaRPr lang="en-IN"/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A681-4A52-A9D4-5264444B9C17}"/>
                </c:ext>
              </c:extLst>
            </c:dLbl>
            <c:dLbl>
              <c:idx val="5"/>
              <c:layout>
                <c:manualLayout>
                  <c:x val="-2.8008912352585999E-2"/>
                  <c:y val="-5.3859235158861492E-2"/>
                </c:manualLayout>
              </c:layout>
              <c:tx>
                <c:rich>
                  <a:bodyPr/>
                  <a:lstStyle/>
                  <a:p>
                    <a:fld id="{EE690546-5FF4-401E-9303-60B0E4CE7B38}" type="VALUE">
                      <a:rPr lang="en-US">
                        <a:latin typeface="Gene Sans Light" panose="00000400000000000000" pitchFamily="50" charset="0"/>
                      </a:rPr>
                      <a:pPr/>
                      <a:t>[VALUE]</a:t>
                    </a:fld>
                    <a:endParaRPr lang="en-IN"/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A681-4A52-A9D4-5264444B9C1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accent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June</c:v>
                </c:pt>
                <c:pt idx="6">
                  <c:v>July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50</c:v>
                </c:pt>
                <c:pt idx="1">
                  <c:v>28</c:v>
                </c:pt>
                <c:pt idx="2">
                  <c:v>18</c:v>
                </c:pt>
                <c:pt idx="3">
                  <c:v>30</c:v>
                </c:pt>
                <c:pt idx="4">
                  <c:v>50</c:v>
                </c:pt>
                <c:pt idx="5">
                  <c:v>43</c:v>
                </c:pt>
                <c:pt idx="6">
                  <c:v>25</c:v>
                </c:pt>
                <c:pt idx="7">
                  <c:v>30</c:v>
                </c:pt>
                <c:pt idx="8">
                  <c:v>50</c:v>
                </c:pt>
                <c:pt idx="9">
                  <c:v>41</c:v>
                </c:pt>
                <c:pt idx="10">
                  <c:v>60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A681-4A52-A9D4-5264444B9C1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Insert text here3</c:v>
                </c:pt>
              </c:strCache>
            </c:strRef>
          </c:tx>
          <c:spPr>
            <a:ln w="571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13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1.313336732514004E-2"/>
                  <c:y val="-4.5596738856081648E-2"/>
                </c:manualLayout>
              </c:layout>
              <c:tx>
                <c:rich>
                  <a:bodyPr/>
                  <a:lstStyle/>
                  <a:p>
                    <a:fld id="{C4BE01A3-45CF-4965-BD0E-1083F6F201C8}" type="VALUE">
                      <a:rPr lang="en-US">
                        <a:latin typeface="Gene Sans Light" panose="00000400000000000000" pitchFamily="50" charset="0"/>
                      </a:rPr>
                      <a:pPr/>
                      <a:t>[VALUE]</a:t>
                    </a:fld>
                    <a:endParaRPr lang="en-IN"/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6-A681-4A52-A9D4-5264444B9C1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accent3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June</c:v>
                </c:pt>
                <c:pt idx="6">
                  <c:v>July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65</c:v>
                </c:pt>
                <c:pt idx="1">
                  <c:v>70</c:v>
                </c:pt>
                <c:pt idx="2">
                  <c:v>50</c:v>
                </c:pt>
                <c:pt idx="3">
                  <c:v>80</c:v>
                </c:pt>
                <c:pt idx="4">
                  <c:v>73</c:v>
                </c:pt>
                <c:pt idx="5">
                  <c:v>83</c:v>
                </c:pt>
                <c:pt idx="6">
                  <c:v>89</c:v>
                </c:pt>
                <c:pt idx="7">
                  <c:v>63</c:v>
                </c:pt>
                <c:pt idx="8">
                  <c:v>92</c:v>
                </c:pt>
                <c:pt idx="9">
                  <c:v>83</c:v>
                </c:pt>
                <c:pt idx="10">
                  <c:v>90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A681-4A52-A9D4-5264444B9C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14998224"/>
        <c:axId val="577195760"/>
      </c:lineChart>
      <c:catAx>
        <c:axId val="15149982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1">
                <a:lumMod val="5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pPr>
            <a:endParaRPr lang="en-US"/>
          </a:p>
        </c:txPr>
        <c:crossAx val="577195760"/>
        <c:crosses val="autoZero"/>
        <c:auto val="1"/>
        <c:lblAlgn val="ctr"/>
        <c:lblOffset val="100"/>
        <c:noMultiLvlLbl val="0"/>
      </c:catAx>
      <c:valAx>
        <c:axId val="5771957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numFmt formatCode="#,##0" sourceLinked="0"/>
        <c:majorTickMark val="none"/>
        <c:minorTickMark val="none"/>
        <c:tickLblPos val="nextTo"/>
        <c:spPr>
          <a:noFill/>
          <a:ln>
            <a:solidFill>
              <a:schemeClr val="bg1">
                <a:lumMod val="50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pPr>
            <a:endParaRPr lang="en-US"/>
          </a:p>
        </c:txPr>
        <c:crossAx val="1514998224"/>
        <c:crosses val="autoZero"/>
        <c:crossBetween val="midCat"/>
        <c:majorUnit val="20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0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</a:defRPr>
      </a:pPr>
      <a:endParaRPr lang="en-US"/>
    </a:p>
  </c:txPr>
  <c:externalData r:id="rId3">
    <c:autoUpdate val="0"/>
  </c:externalData>
</c:chartSpace>
</file>

<file path=ppt/charts/colors1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1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AAC698C-573B-2645-822C-EB630962E39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D773C3-3F6A-5E47-992F-9E36DA6F773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8625986-F7E3-FB4E-BFD2-9CA1D5A44BFD}" type="datetimeFigureOut">
              <a:rPr lang="en-US" smtClean="0"/>
              <a:t>9/14/2021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794A69-5FE4-3E4E-848D-98E71AC7821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734878-53A5-D441-A64C-EF631CD25BE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19AAC908-D68A-B146-BE89-B13BCB38E5E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15747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320CC4C0-4BEC-6A42-B274-47FC6FF54BFE}" type="datetimeFigureOut">
              <a:rPr lang="en-US" smtClean="0"/>
              <a:t>9/14/2021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07BF232A-D0AC-9B4F-A822-05618EDB3A6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85439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82.xml.rels><?xml version='1.0' encoding='UTF-8' standalone='yes'?>
<Relationships xmlns="http://schemas.openxmlformats.org/package/2006/relationships"><Relationship Id="rId2" Type="http://schemas.openxmlformats.org/officeDocument/2006/relationships/slide" Target="../slides/slide182.xml"/><Relationship Id="rId1" Type="http://schemas.openxmlformats.org/officeDocument/2006/relationships/notesMaster" Target="../notesMasters/notesMaster1.xml"/></Relationship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673100"/>
            <a:ext cx="5486400" cy="3086100"/>
          </a:xfrm>
        </p:spPr>
      </p:sp>
      <p:sp>
        <p:nvSpPr>
          <p:cNvPr id="3" name="PH_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29F333-FACE-DF47-A5BE-6161F3AB7EC8}" type="slidenum">
              <a:rPr lang="en-US" smtClean="0"/>
              <a:pPr/>
              <a:t>182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699053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69A11B6D-85FD-BA46-B0C1-FEA93902B8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7615" y="428595"/>
            <a:ext cx="11269255" cy="485806"/>
          </a:xfrm>
        </p:spPr>
        <p:txBody>
          <a:bodyPr lIns="0" tIns="0" rIns="0" bIns="0" anchor="t" anchorCtr="0"/>
          <a:lstStyle>
            <a:lvl1pPr>
              <a:defRPr b="1" i="0">
                <a:solidFill>
                  <a:schemeClr val="tx2"/>
                </a:solidFill>
                <a:latin typeface="Corbel" panose="020B0503020204020204" pitchFamily="34" charset="0"/>
                <a:ea typeface="Malgun Gothic" panose="020B0503020000020004" pitchFamily="34" charset="-127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F3949077-E0E8-B647-A11F-24C62D2D4087}"/>
              </a:ext>
            </a:extLst>
          </p:cNvPr>
          <p:cNvSpPr txBox="1">
            <a:spLocks/>
          </p:cNvSpPr>
          <p:nvPr userDrawn="1"/>
        </p:nvSpPr>
        <p:spPr>
          <a:xfrm>
            <a:off x="211015" y="6400799"/>
            <a:ext cx="2743200" cy="291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b="0" i="0" kern="1200">
                <a:solidFill>
                  <a:schemeClr val="tx1">
                    <a:lumMod val="40000"/>
                    <a:lumOff val="60000"/>
                  </a:schemeClr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BEAA09E-D67E-864E-8466-C38E88600C4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D223C2-369B-0242-8D15-16A79D08256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BEAA09E-D67E-864E-8466-C38E88600C4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16BD00C1-AB9F-0848-A237-C4F5105A61F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0319657" y="6074229"/>
            <a:ext cx="1661328" cy="618062"/>
          </a:xfrm>
        </p:spPr>
        <p:txBody>
          <a:bodyPr/>
          <a:lstStyle>
            <a:lvl1pPr>
              <a:defRPr sz="1200"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6A5BEF7-C8D7-314E-B4BA-92AE895D6736}"/>
              </a:ext>
            </a:extLst>
          </p:cNvPr>
          <p:cNvSpPr/>
          <p:nvPr userDrawn="1"/>
        </p:nvSpPr>
        <p:spPr>
          <a:xfrm flipH="1">
            <a:off x="447615" y="305156"/>
            <a:ext cx="934618" cy="45719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081783"/>
              </a:gs>
              <a:gs pos="50000">
                <a:srgbClr val="637784">
                  <a:alpha val="50000"/>
                </a:srgbClr>
              </a:gs>
              <a:gs pos="100000">
                <a:srgbClr val="F4F8F7">
                  <a:alpha val="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63624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3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5D506E-9CFA-5744-8CC1-366D985D6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126"/>
            <a:ext cx="10924674" cy="96756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dirty="0"/>
              <a:t>Master Slide Template – Click to Edit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4A9B1D-8809-B740-A68B-9969B712A0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942677"/>
            <a:ext cx="10924674" cy="42342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marL="15875" lvl="1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pple Symbols" panose="02000000000000000000" pitchFamily="2" charset="-79"/>
              <a:buNone/>
              <a:tabLst/>
            </a:pPr>
            <a:r>
              <a:rPr lang="en-US" dirty="0"/>
              <a:t>Second level</a:t>
            </a:r>
          </a:p>
          <a:p>
            <a:pPr marL="287338" lvl="2" indent="-1698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pple Symbols" panose="02000000000000000000" pitchFamily="2" charset="-79"/>
              <a:buChar char="⎼"/>
              <a:tabLst/>
            </a:pPr>
            <a:r>
              <a:rPr lang="en-US" dirty="0"/>
              <a:t>Third level</a:t>
            </a:r>
          </a:p>
          <a:p>
            <a:pPr marL="693738" lvl="3" indent="-1698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pple Symbols" panose="02000000000000000000" pitchFamily="2" charset="-79"/>
              <a:buChar char="⎼"/>
              <a:tabLst/>
            </a:pPr>
            <a:r>
              <a:rPr lang="en-US" dirty="0"/>
              <a:t>Fourth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CA8E2B-2B06-3049-8A99-94E0B3F727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1015" y="6400799"/>
            <a:ext cx="2743200" cy="291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bg2"/>
                </a:solidFill>
                <a:latin typeface="Trebuchet MS" panose="020B0703020202090204" pitchFamily="34" charset="0"/>
              </a:defRPr>
            </a:lvl1pPr>
          </a:lstStyle>
          <a:p>
            <a:fld id="{4BEAA09E-D67E-864E-8466-C38E88600C4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F37C4B3-C390-1B4B-9F24-930CD9AE7CA0}"/>
              </a:ext>
            </a:extLst>
          </p:cNvPr>
          <p:cNvSpPr txBox="1">
            <a:spLocks/>
          </p:cNvSpPr>
          <p:nvPr userDrawn="1"/>
        </p:nvSpPr>
        <p:spPr>
          <a:xfrm>
            <a:off x="4700337" y="6400799"/>
            <a:ext cx="2743200" cy="291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0" i="0" dirty="0">
                <a:latin typeface="Trebuchet MS" panose="020B0703020202090204" pitchFamily="34" charset="0"/>
              </a:rPr>
              <a:t>Confidential – 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983845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4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i="1" kern="800" spc="0" baseline="0">
          <a:solidFill>
            <a:schemeClr val="accent1"/>
          </a:solidFill>
          <a:latin typeface="Helvetica Neue Light" panose="02000403000000020004" pitchFamily="2" charset="0"/>
          <a:ea typeface="Helvetica Neue Light" panose="02000403000000020004" pitchFamily="2" charset="0"/>
          <a:cs typeface="Helvetica Neue Light" panose="02000403000000020004" pitchFamily="2" charset="0"/>
        </a:defRPr>
      </a:lvl1pPr>
    </p:titleStyle>
    <p:bodyStyle>
      <a:lvl1pPr marL="0" indent="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2000" b="0" i="1" kern="1600" spc="-50" baseline="0">
          <a:solidFill>
            <a:schemeClr val="tx1"/>
          </a:solidFill>
          <a:latin typeface="Helvetica Neue Light" panose="02000403000000020004" pitchFamily="2" charset="0"/>
          <a:ea typeface="Helvetica Neue Light" panose="02000403000000020004" pitchFamily="2" charset="0"/>
          <a:cs typeface="+mn-cs"/>
        </a:defRPr>
      </a:lvl1pPr>
      <a:lvl2pPr marL="290513" indent="-174625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Font typeface="Apple Symbols" panose="02000000000000000000" pitchFamily="2" charset="-79"/>
        <a:buChar char="⎼"/>
        <a:tabLst/>
        <a:defRPr lang="en-US" sz="1800" b="0" i="1" kern="1600" spc="-50" baseline="0" dirty="0">
          <a:solidFill>
            <a:schemeClr val="tx1"/>
          </a:solidFill>
          <a:latin typeface="Helvetica Neue Medium" panose="02000503000000020004" pitchFamily="2" charset="0"/>
          <a:ea typeface="Helvetica Neue Medium" panose="02000503000000020004" pitchFamily="2" charset="0"/>
          <a:cs typeface="Helvetica Neue Medium" panose="02000503000000020004" pitchFamily="2" charset="0"/>
        </a:defRPr>
      </a:lvl2pPr>
      <a:lvl3pPr marL="403225" indent="-28575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Font typeface="Apple Symbols" panose="02000000000000000000" pitchFamily="2" charset="-79"/>
        <a:buChar char="⎼"/>
        <a:tabLst/>
        <a:defRPr lang="en-US" sz="1600" b="0" i="0" kern="1600" spc="-50" baseline="0" dirty="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3pPr>
      <a:lvl4pPr marL="809625" indent="-28575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Font typeface="Apple Symbols" panose="02000000000000000000" pitchFamily="2" charset="-79"/>
        <a:buChar char="⎼"/>
        <a:tabLst/>
        <a:defRPr lang="en-US" sz="1400" b="1" i="0" kern="1600" spc="-50" baseline="0" dirty="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4pPr>
      <a:lvl5pPr marL="1376363" indent="-174625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Font typeface="Apple Symbols" panose="02000000000000000000" pitchFamily="2" charset="-79"/>
        <a:buChar char="⎼"/>
        <a:tabLst/>
        <a:defRPr sz="1200" b="0" i="0" kern="1600" spc="-50" baseline="0">
          <a:solidFill>
            <a:schemeClr val="tx1"/>
          </a:solidFill>
          <a:latin typeface="Trebuchet MS" panose="020B070302020209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82.xml.rels><?xml version='1.0' encoding='UTF-8' standalone='yes'?>
<Relationships xmlns="http://schemas.openxmlformats.org/package/2006/relationships"><Relationship Id="rId3" Type="http://schemas.openxmlformats.org/officeDocument/2006/relationships/chart" Target="../charts/chart115.xml"/><Relationship Id="rId2" Type="http://schemas.openxmlformats.org/officeDocument/2006/relationships/notesSlide" Target="../notesSlides/notesSlide182.xml"/><Relationship Id="rId1" Type="http://schemas.openxmlformats.org/officeDocument/2006/relationships/slideLayout" Target="../slideLayouts/slideLayout1.xml"/></Relationships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4847C-2CFF-4F41-9638-A14C06110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Comparison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0E5C2EE-70F5-432B-8D79-81FB5FA3EB2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graphicFrame>
        <p:nvGraphicFramePr>
          <p:cNvPr id="111" name="Chart 110">
            <a:extLst>
              <a:ext uri="{FF2B5EF4-FFF2-40B4-BE49-F238E27FC236}">
                <a16:creationId xmlns:a16="http://schemas.microsoft.com/office/drawing/2014/main" id="{30049C90-19AA-44FD-8ED0-9FB5430CD8B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36904973"/>
              </p:ext>
            </p:extLst>
          </p:nvPr>
        </p:nvGraphicFramePr>
        <p:xfrm>
          <a:off x="587380" y="1300000"/>
          <a:ext cx="11098753" cy="46542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523B0DD4-E578-4BA2-A58F-5D224C49F470}"/>
              </a:ext>
            </a:extLst>
          </p:cNvPr>
          <p:cNvSpPr txBox="1"/>
          <p:nvPr/>
        </p:nvSpPr>
        <p:spPr>
          <a:xfrm>
            <a:off x="3612434" y="6047882"/>
            <a:ext cx="1322670" cy="19499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1267" dirty="0">
                <a:latin typeface="Verdana" panose="020B0604030504040204" pitchFamily="34" charset="0"/>
              </a:rPr>
              <a:t>Insert Text Here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C3B8067-B811-4886-930D-02D21DE76DE7}"/>
              </a:ext>
            </a:extLst>
          </p:cNvPr>
          <p:cNvSpPr txBox="1"/>
          <p:nvPr/>
        </p:nvSpPr>
        <p:spPr>
          <a:xfrm>
            <a:off x="5680859" y="6047882"/>
            <a:ext cx="1322670" cy="19499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1267" dirty="0">
                <a:latin typeface="Verdana" panose="020B0604030504040204" pitchFamily="34" charset="0"/>
              </a:rPr>
              <a:t>Insert Text Here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FB99129-065B-435A-963C-0DBBC69CFEF9}"/>
              </a:ext>
            </a:extLst>
          </p:cNvPr>
          <p:cNvSpPr txBox="1"/>
          <p:nvPr/>
        </p:nvSpPr>
        <p:spPr>
          <a:xfrm>
            <a:off x="7749287" y="6047882"/>
            <a:ext cx="1322670" cy="19499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1267" dirty="0">
                <a:latin typeface="Verdana" panose="020B0604030504040204" pitchFamily="34" charset="0"/>
              </a:rPr>
              <a:t>Insert Text Here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E9D1E96-2F1A-4353-B809-AF69B8A12DC7}"/>
              </a:ext>
            </a:extLst>
          </p:cNvPr>
          <p:cNvSpPr>
            <a:spLocks/>
          </p:cNvSpPr>
          <p:nvPr/>
        </p:nvSpPr>
        <p:spPr>
          <a:xfrm>
            <a:off x="3187702" y="6121296"/>
            <a:ext cx="328609" cy="4816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67" dirty="0">
              <a:solidFill>
                <a:schemeClr val="tx1"/>
              </a:solidFill>
              <a:latin typeface="Gene Sans Light" panose="00000400000000000000" pitchFamily="50" charset="0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556A9EB-5357-4FCA-8389-BA8EE6D0DD63}"/>
              </a:ext>
            </a:extLst>
          </p:cNvPr>
          <p:cNvSpPr/>
          <p:nvPr/>
        </p:nvSpPr>
        <p:spPr>
          <a:xfrm>
            <a:off x="3288606" y="6081978"/>
            <a:ext cx="126801" cy="126801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67" dirty="0">
              <a:latin typeface="Gene Sans Light" panose="00000400000000000000" pitchFamily="50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F0BA522-404B-4865-A09F-711C116F98F7}"/>
              </a:ext>
            </a:extLst>
          </p:cNvPr>
          <p:cNvSpPr>
            <a:spLocks/>
          </p:cNvSpPr>
          <p:nvPr/>
        </p:nvSpPr>
        <p:spPr>
          <a:xfrm>
            <a:off x="5257802" y="6121296"/>
            <a:ext cx="328609" cy="48160"/>
          </a:xfrm>
          <a:prstGeom prst="rect">
            <a:avLst/>
          </a:prstGeom>
          <a:solidFill>
            <a:schemeClr val="accen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67" dirty="0">
              <a:solidFill>
                <a:schemeClr val="tx1"/>
              </a:solidFill>
              <a:latin typeface="Gene Sans Light" panose="00000400000000000000" pitchFamily="50" charset="0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8B9B7B3-300F-4FBC-A0EE-CE480A8E23F2}"/>
              </a:ext>
            </a:extLst>
          </p:cNvPr>
          <p:cNvSpPr/>
          <p:nvPr/>
        </p:nvSpPr>
        <p:spPr>
          <a:xfrm>
            <a:off x="5358706" y="6081978"/>
            <a:ext cx="126801" cy="126801"/>
          </a:xfrm>
          <a:prstGeom prst="ellipse">
            <a:avLst/>
          </a:prstGeom>
          <a:solidFill>
            <a:schemeClr val="accen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67" dirty="0">
              <a:latin typeface="Gene Sans Light" panose="00000400000000000000" pitchFamily="50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425175E-3633-443F-AE7D-659B285A8B31}"/>
              </a:ext>
            </a:extLst>
          </p:cNvPr>
          <p:cNvSpPr>
            <a:spLocks/>
          </p:cNvSpPr>
          <p:nvPr/>
        </p:nvSpPr>
        <p:spPr>
          <a:xfrm>
            <a:off x="7320314" y="6121296"/>
            <a:ext cx="328609" cy="48160"/>
          </a:xfrm>
          <a:prstGeom prst="rect">
            <a:avLst/>
          </a:prstGeom>
          <a:solidFill>
            <a:schemeClr val="accent2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67" dirty="0">
              <a:solidFill>
                <a:schemeClr val="tx1"/>
              </a:solidFill>
              <a:latin typeface="Gene Sans Light" panose="00000400000000000000" pitchFamily="50" charset="0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F941D54-E6E9-4D0D-B328-1F0BD76DB794}"/>
              </a:ext>
            </a:extLst>
          </p:cNvPr>
          <p:cNvSpPr/>
          <p:nvPr/>
        </p:nvSpPr>
        <p:spPr>
          <a:xfrm>
            <a:off x="7421218" y="6081978"/>
            <a:ext cx="126801" cy="126801"/>
          </a:xfrm>
          <a:prstGeom prst="ellipse">
            <a:avLst/>
          </a:prstGeom>
          <a:solidFill>
            <a:schemeClr val="accent2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67" dirty="0">
              <a:latin typeface="Gene Sans Light" panose="00000400000000000000" pitchFamily="50" charset="0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5A3930B-0312-4563-B61A-FEA44B67C354}"/>
              </a:ext>
            </a:extLst>
          </p:cNvPr>
          <p:cNvSpPr/>
          <p:nvPr/>
        </p:nvSpPr>
        <p:spPr>
          <a:xfrm>
            <a:off x="1065812" y="5529600"/>
            <a:ext cx="126801" cy="126801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1" dirty="0">
              <a:latin typeface="Gene Sans Light" panose="00000400000000000000" pitchFamily="50" charset="0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971A5D6-3C97-47D1-9A69-69280CDB22CE}"/>
              </a:ext>
            </a:extLst>
          </p:cNvPr>
          <p:cNvSpPr/>
          <p:nvPr/>
        </p:nvSpPr>
        <p:spPr>
          <a:xfrm>
            <a:off x="2089550" y="5529600"/>
            <a:ext cx="126801" cy="126801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1" dirty="0">
              <a:latin typeface="Gene Sans Light" panose="00000400000000000000" pitchFamily="50" charset="0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9D7D7F5-D126-4FD0-A33F-E2D33C52FB44}"/>
              </a:ext>
            </a:extLst>
          </p:cNvPr>
          <p:cNvSpPr/>
          <p:nvPr/>
        </p:nvSpPr>
        <p:spPr>
          <a:xfrm>
            <a:off x="3113289" y="5529600"/>
            <a:ext cx="126801" cy="126801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1" dirty="0">
              <a:latin typeface="Gene Sans Light" panose="00000400000000000000" pitchFamily="50" charset="0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443CE060-D10A-412C-8560-4EA9F4DB52CF}"/>
              </a:ext>
            </a:extLst>
          </p:cNvPr>
          <p:cNvSpPr/>
          <p:nvPr/>
        </p:nvSpPr>
        <p:spPr>
          <a:xfrm>
            <a:off x="4137029" y="5529600"/>
            <a:ext cx="126801" cy="126801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1" dirty="0">
              <a:latin typeface="Gene Sans Light" panose="00000400000000000000" pitchFamily="50" charset="0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8FEEA37-078A-4E49-B0CD-7F06DAA36C9E}"/>
              </a:ext>
            </a:extLst>
          </p:cNvPr>
          <p:cNvSpPr/>
          <p:nvPr/>
        </p:nvSpPr>
        <p:spPr>
          <a:xfrm>
            <a:off x="5160768" y="5529600"/>
            <a:ext cx="126801" cy="126801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1" dirty="0">
              <a:latin typeface="Gene Sans Light" panose="00000400000000000000" pitchFamily="50" charset="0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02EDED7C-326D-46AF-AC14-0B1DDF8B6F88}"/>
              </a:ext>
            </a:extLst>
          </p:cNvPr>
          <p:cNvSpPr/>
          <p:nvPr/>
        </p:nvSpPr>
        <p:spPr>
          <a:xfrm>
            <a:off x="6184506" y="5529600"/>
            <a:ext cx="126801" cy="126801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1" dirty="0">
              <a:latin typeface="Gene Sans Light" panose="00000400000000000000" pitchFamily="50" charset="0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73BCEB3C-0A28-4205-8DB5-CE2E077DA56A}"/>
              </a:ext>
            </a:extLst>
          </p:cNvPr>
          <p:cNvSpPr/>
          <p:nvPr/>
        </p:nvSpPr>
        <p:spPr>
          <a:xfrm>
            <a:off x="7208245" y="5529600"/>
            <a:ext cx="126801" cy="126801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1" dirty="0">
              <a:latin typeface="Gene Sans Light" panose="00000400000000000000" pitchFamily="50" charset="0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C9DEDFDA-61EF-48F4-A657-37DA90D36B32}"/>
              </a:ext>
            </a:extLst>
          </p:cNvPr>
          <p:cNvSpPr/>
          <p:nvPr/>
        </p:nvSpPr>
        <p:spPr>
          <a:xfrm>
            <a:off x="8231985" y="5529600"/>
            <a:ext cx="126801" cy="126801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1" dirty="0">
              <a:latin typeface="Gene Sans Light" panose="00000400000000000000" pitchFamily="50" charset="0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739B79FD-B4AB-481C-8D08-8723184B7EB7}"/>
              </a:ext>
            </a:extLst>
          </p:cNvPr>
          <p:cNvSpPr/>
          <p:nvPr/>
        </p:nvSpPr>
        <p:spPr>
          <a:xfrm>
            <a:off x="9255724" y="5529600"/>
            <a:ext cx="126801" cy="126801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1" dirty="0">
              <a:latin typeface="Gene Sans Light" panose="00000400000000000000" pitchFamily="50" charset="0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58DCAA2-7D99-4F1A-8509-034AFED6C3E4}"/>
              </a:ext>
            </a:extLst>
          </p:cNvPr>
          <p:cNvSpPr/>
          <p:nvPr/>
        </p:nvSpPr>
        <p:spPr>
          <a:xfrm>
            <a:off x="10279462" y="5529600"/>
            <a:ext cx="126801" cy="126801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1" dirty="0">
              <a:latin typeface="Gene Sans Light" panose="00000400000000000000" pitchFamily="50" charset="0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E561A51B-B9AB-4B0E-A4B9-5D046A960085}"/>
              </a:ext>
            </a:extLst>
          </p:cNvPr>
          <p:cNvSpPr/>
          <p:nvPr/>
        </p:nvSpPr>
        <p:spPr>
          <a:xfrm>
            <a:off x="11303202" y="5529600"/>
            <a:ext cx="126801" cy="126801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1" dirty="0">
              <a:latin typeface="Gene Sans Light" panose="000004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0994475"/>
      </p:ext>
    </p:extLst>
  </p:cSld>
  <p:clrMapOvr>
    <a:masterClrMapping/>
  </p:clrMapOvr>
</p:sld>
</file>

<file path=ppt/theme/theme1.xml><?xml version="1.0" encoding="utf-8"?>
<a:theme xmlns:a="http://schemas.openxmlformats.org/drawingml/2006/main" name="Creating Possible">
  <a:themeElements>
    <a:clrScheme name="Custom 68">
      <a:dk1>
        <a:srgbClr val="54565B"/>
      </a:dk1>
      <a:lt1>
        <a:srgbClr val="FFFFFF"/>
      </a:lt1>
      <a:dk2>
        <a:srgbClr val="081782"/>
      </a:dk2>
      <a:lt2>
        <a:srgbClr val="C6CAC6"/>
      </a:lt2>
      <a:accent1>
        <a:srgbClr val="536571"/>
      </a:accent1>
      <a:accent2>
        <a:srgbClr val="E0E4E7"/>
      </a:accent2>
      <a:accent3>
        <a:srgbClr val="000000"/>
      </a:accent3>
      <a:accent4>
        <a:srgbClr val="98A1A7"/>
      </a:accent4>
      <a:accent5>
        <a:srgbClr val="96A4A8"/>
      </a:accent5>
      <a:accent6>
        <a:srgbClr val="CFD7DA"/>
      </a:accent6>
      <a:hlink>
        <a:srgbClr val="3A6C8A"/>
      </a:hlink>
      <a:folHlink>
        <a:srgbClr val="8F7F9E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neric modern space" id="{954ACF78-5A6A-4082-85B4-227D2C925B4C}" vid="{4F2174A1-CE33-4F48-BD87-F451E3DAD40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5E51EBF99D13C4380AA49EB64DFCC79" ma:contentTypeVersion="3" ma:contentTypeDescription="Create a new document." ma:contentTypeScope="" ma:versionID="7b842f6614264c75bf4291623fecba40">
  <xsd:schema xmlns:xsd="http://www.w3.org/2001/XMLSchema" xmlns:xs="http://www.w3.org/2001/XMLSchema" xmlns:p="http://schemas.microsoft.com/office/2006/metadata/properties" xmlns:ns1="http://schemas.microsoft.com/sharepoint/v3" xmlns:ns2="79a3f7b5-05d2-49ee-af7e-f6c06e9003db" targetNamespace="http://schemas.microsoft.com/office/2006/metadata/properties" ma:root="true" ma:fieldsID="b8fe13d527f4a719e86d5e2679609a9a" ns1:_="" ns2:_="">
    <xsd:import namespace="http://schemas.microsoft.com/sharepoint/v3"/>
    <xsd:import namespace="79a3f7b5-05d2-49ee-af7e-f6c06e9003db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  <xsd:element ref="ns2:Category" minOccurs="0"/>
                <xsd:element ref="ns2:Display_x0020_Orde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Scheduling Start Date is a site column created by the Publishing feature. It is used to specify the date and time on which this page will first appear to site visitors." ma:hidden="true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Scheduling End Date is a site column created by the Publishing feature. It is used to specify the date and time on which this page will no longer appear to site visitors." ma:hidden="true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9a3f7b5-05d2-49ee-af7e-f6c06e9003db" elementFormDefault="qualified">
    <xsd:import namespace="http://schemas.microsoft.com/office/2006/documentManagement/types"/>
    <xsd:import namespace="http://schemas.microsoft.com/office/infopath/2007/PartnerControls"/>
    <xsd:element name="Category" ma:index="10" nillable="true" ma:displayName="Category" ma:internalName="Category">
      <xsd:simpleType>
        <xsd:restriction base="dms:Text">
          <xsd:maxLength value="255"/>
        </xsd:restriction>
      </xsd:simpleType>
    </xsd:element>
    <xsd:element name="Display_x0020_Order" ma:index="11" nillable="true" ma:displayName="Display Order" ma:internalName="Display_x0020_Order">
      <xsd:simpleType>
        <xsd:restriction base="dms:Number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?mso-contentType ?>
<SharedContentType xmlns="Microsoft.SharePoint.Taxonomy.ContentTypeSync" SourceId="c2f875ff-20bd-4758-bb3f-3226c8545cda" ContentTypeId="0x01" PreviousValue="false"/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ategory xmlns="79a3f7b5-05d2-49ee-af7e-f6c06e9003db" xsi:nil="true"/>
    <Display_x0020_Order xmlns="79a3f7b5-05d2-49ee-af7e-f6c06e9003db" xsi:nil="true"/>
    <PublishingExpirationDate xmlns="http://schemas.microsoft.com/sharepoint/v3" xsi:nil="true"/>
    <PublishingStartDate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153B2600-1FDF-41E9-8433-F84E9DF3670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9a3f7b5-05d2-49ee-af7e-f6c06e9003d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E0A6E41-F5B9-4468-8C2E-7C2A7450C3C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DDE0D81-E951-440D-B433-F03E302A01F0}">
  <ds:schemaRefs>
    <ds:schemaRef ds:uri="Microsoft.SharePoint.Taxonomy.ContentTypeSync"/>
  </ds:schemaRefs>
</ds:datastoreItem>
</file>

<file path=customXml/itemProps4.xml><?xml version="1.0" encoding="utf-8"?>
<ds:datastoreItem xmlns:ds="http://schemas.openxmlformats.org/officeDocument/2006/customXml" ds:itemID="{683EA792-2B25-4630-9A46-AB0FB24D86C4}">
  <ds:schemaRefs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http://schemas.microsoft.com/sharepoint/v3"/>
    <ds:schemaRef ds:uri="http://purl.org/dc/elements/1.1/"/>
    <ds:schemaRef ds:uri="79a3f7b5-05d2-49ee-af7e-f6c06e9003db"/>
    <ds:schemaRef ds:uri="http://purl.org/dc/terms/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generic modern space</Template>
  <TotalTime>1</TotalTime>
  <Words>44597</Words>
  <Application>Microsoft Office PowerPoint</Application>
  <PresentationFormat>Widescreen</PresentationFormat>
  <Paragraphs>5699</Paragraphs>
  <Slides>356</Slides>
  <Notes>356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356</vt:i4>
      </vt:variant>
    </vt:vector>
  </HeadingPairs>
  <TitlesOfParts>
    <vt:vector size="372" baseType="lpstr">
      <vt:lpstr>Malgun Gothic</vt:lpstr>
      <vt:lpstr>ＭＳ Ｐゴシック</vt:lpstr>
      <vt:lpstr>Apple Symbols</vt:lpstr>
      <vt:lpstr>Arial</vt:lpstr>
      <vt:lpstr>Arial Unicode MS</vt:lpstr>
      <vt:lpstr>Calibri</vt:lpstr>
      <vt:lpstr>Corbel</vt:lpstr>
      <vt:lpstr>Gene Sans Light</vt:lpstr>
      <vt:lpstr>Helvetica Neue</vt:lpstr>
      <vt:lpstr>Helvetica Neue Light</vt:lpstr>
      <vt:lpstr>Helvetica Neue Medium</vt:lpstr>
      <vt:lpstr>Roboto</vt:lpstr>
      <vt:lpstr>Trebuchet MS</vt:lpstr>
      <vt:lpstr>Verdana</vt:lpstr>
      <vt:lpstr>Wingdings</vt:lpstr>
      <vt:lpstr>Creating Possible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 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  <vt:lpstr>Comparison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Dharani  Ranganathan</dc:creator>
  <cp:lastModifiedBy>Ayush Agarwal</cp:lastModifiedBy>
  <cp:revision>4</cp:revision>
  <cp:lastPrinted>2020-02-21T21:57:10Z</cp:lastPrinted>
  <dcterms:created xsi:type="dcterms:W3CDTF">2021-08-10T08:33:01Z</dcterms:created>
  <dcterms:modified xsi:type="dcterms:W3CDTF">2021-09-14T08:06:41Z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0x01010095E51EBF99D13C4380AA49EB64DFCC79</vt:lpwstr>
  </property>
</Properties>
</file>