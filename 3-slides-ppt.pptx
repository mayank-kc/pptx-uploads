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8a78e19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98a78e19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Starting off with - {title}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is to be filled out by us {data}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Mid slide with - {title}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Data is detailed this time:</a:t>
            </a:r>
            <a:br>
              <a:rPr lang="en"/>
            </a:br>
            <a:r>
              <a:rPr lang="en"/>
              <a:t>{data}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Need to conclude here - {title}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Finally, to wrap up: {data}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